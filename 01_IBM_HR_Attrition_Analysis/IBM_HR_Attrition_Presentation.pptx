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9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25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20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Dataset  ·  Python  ·  scikit-learn  ·  pandas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22860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Mintay Misgano, Ph.D.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  ·  I-O Psychology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Pacific University  ·  2022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91440" cy="1234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employee characteristics and work conditions are most associated with voluntary attrition — and can we build a model to predict which employees are at highest risk before they leave?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26974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0040" y="3520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(Kaggle)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233172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2331720"/>
            <a:ext cx="26974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0" y="26060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200400" y="3520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Variables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predictors + 1 outcome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233172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2331720"/>
            <a:ext cx="26974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0760" y="26060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080760" y="3520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Base 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addressed with SMOTE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50292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73152" cy="56692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905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1143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MaritalStatus, DistanceFromHome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50292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73152" cy="56692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Attributes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18105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JobRole, Department, JobLevel, BusinessTravel, OverTime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03704"/>
            <a:ext cx="50292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203704"/>
            <a:ext cx="73152" cy="56692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24780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MonthlyIncome, DailyRate, PercentSalaryHike, StockOptionLevel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50292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73152" cy="56692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2907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Scales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31455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JobSatisfaction, EnvironmentSatisfaction, WorkLifeBalance, RelationshipSatisfaction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538728"/>
            <a:ext cx="50292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538728"/>
            <a:ext cx="73152" cy="56692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3575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&amp; Growth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3813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YearsAtCompany, YearsInCurrentRole, YearsSinceLastPromotion, TrainingTimesLastYear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206240"/>
            <a:ext cx="5029200" cy="566928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4206240"/>
            <a:ext cx="73152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42428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(DV)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" y="44805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— binary: Yes (quit) / No (stayed)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868680"/>
            <a:ext cx="3246120" cy="3977640"/>
          </a:xfrm>
          <a:prstGeom prst="rect">
            <a:avLst/>
          </a:prstGeom>
          <a:solidFill>
            <a:srgbClr val="1B2B4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960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1463040"/>
            <a:ext cx="2880360" cy="512064"/>
          </a:xfrm>
          <a:prstGeom prst="rect">
            <a:avLst/>
          </a:prstGeom>
          <a:solidFill>
            <a:srgbClr val="22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60720" y="146304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1,470 rows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60720" y="2084832"/>
            <a:ext cx="2880360" cy="512064"/>
          </a:xfrm>
          <a:prstGeom prst="rect">
            <a:avLst/>
          </a:prstGeom>
          <a:solidFill>
            <a:srgbClr val="22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0" y="208483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continuous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categorical variables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0" y="2706624"/>
            <a:ext cx="2880360" cy="512064"/>
          </a:xfrm>
          <a:prstGeom prst="rect">
            <a:avLst/>
          </a:prstGeom>
          <a:solidFill>
            <a:srgbClr val="22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60720" y="270662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removed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zero-variance columns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60720" y="3328416"/>
            <a:ext cx="2880360" cy="512064"/>
          </a:xfrm>
          <a:prstGeom prst="rect">
            <a:avLst/>
          </a:prstGeom>
          <a:solidFill>
            <a:srgbClr val="22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60720" y="332841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Gender, Attrition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60720" y="3950208"/>
            <a:ext cx="2880360" cy="512064"/>
          </a:xfrm>
          <a:prstGeom prst="rect">
            <a:avLst/>
          </a:prstGeom>
          <a:solidFill>
            <a:srgbClr val="22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60720" y="395020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balance 84/16 split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Analysis: Key Drivers of Attrition</a:t>
            </a:r>
            <a:endParaRPr lang="en-US" sz="2000" dirty="0"/>
          </a:p>
        </p:txBody>
      </p:sp>
      <p:pic>
        <p:nvPicPr>
          <p:cNvPr id="4" name="Image 0" descr="/sessions/cool-keen-brahmagupta/mnt/OneDrive-SeattlePacificUniversity/!!!SPU Courses/3. Third year - 2022-2023/1. Autunm 22 - 9.22-11.22/!Programming for Data Analytics - Pyton and ML/!Python Project/20221024 HR (IBM) Attrition - Kaggle/5. Insights/figures/OverTime_vs_Attrition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4023360" cy="2834640"/>
          </a:xfrm>
          <a:prstGeom prst="rect">
            <a:avLst/>
          </a:prstGeom>
        </p:spPr>
      </p:pic>
      <p:pic>
        <p:nvPicPr>
          <p:cNvPr id="5" name="Image 1" descr="/sessions/cool-keen-brahmagupta/mnt/OneDrive-SeattlePacificUniversity/!!!SPU Courses/3. Third year - 2022-2023/1. Autunm 22 - 9.22-11.22/!Programming for Data Analytics - Pyton and ML/!Python Project/20221024 HR (IBM) Attrition - Kaggle/5. Insights/figures/Age_vs_Attrition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749040"/>
            <a:ext cx="4023360" cy="1188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17720" y="82296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617720" y="822960"/>
            <a:ext cx="73152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828032" y="8595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828032" y="1069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overtime leave at 3x the rate of those who don't — the strongest single visual predictor.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17720" y="1627632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617720" y="1627632"/>
            <a:ext cx="73152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28032" y="1664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28032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employees (&lt; 35) show significantly higher attrition. Mid-career employees are more stable.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17720" y="2432304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17720" y="2432304"/>
            <a:ext cx="73152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28032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28032" y="2679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 and Lab Technicians have the highest attrition rates by role.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17720" y="3236976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617720" y="3236976"/>
            <a:ext cx="73152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28032" y="3273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28032" y="3483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leave at higher rates than married or divorced colleagues.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17720" y="4041648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617720" y="4041648"/>
            <a:ext cx="73152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828032" y="4078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Involvement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828032" y="4288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job involvement is strongly associated with leaving — a retention lever.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~16% of employees in the IBM dataset experienced attrition.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200400" cy="5029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(84%)  — 1,233 employees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512064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14984" y="2468880"/>
            <a:ext cx="2688336" cy="5029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(16%)  — 237 employees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1089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this imbalanced data would learn to predict 'No Attrition' almost every time and still achieve 84% accuracy — making it nearly useless for identifying who is actually at risk.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420624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822960"/>
            <a:ext cx="420624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960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Oversampling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 Technique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9385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K-Nearest Neighbors to generate synthetic attrition examples, balancing the dataset to a 50/50 split without simply duplicating records.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ADASYN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Synthetic Sampling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63016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SMOTE variant that focuses synthetic generation on harder-to-classify boundary cases, creating a more challenging and realistic training set.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4434840"/>
            <a:ext cx="39319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balanced datasets were saved as CSVs and used in all subsequent models.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25880" y="9875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5880" y="9875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59152"/>
            <a:ext cx="2514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original, SMOTE, and ADASYN datasets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max depth varied to control overfitting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interpretable decision rules — explainable to HR stakeholders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scores extracted to rank attrition predictors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6974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987552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0" y="9875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359152"/>
            <a:ext cx="2514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300–600 decision trees (n_estimators tuned)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vs. single Decision Tree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F1-score across balanced datasets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to noisy features in HR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822960"/>
            <a:ext cx="2697480" cy="73152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86600" y="987552"/>
            <a:ext cx="685800" cy="685800"/>
          </a:xfrm>
          <a:prstGeom prst="ellipse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86600" y="9875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1783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Dimensionality Reduction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359152"/>
            <a:ext cx="2514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with and without StandardScaler preprocessing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how many components capture majority of variance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model separability: original vs. PCA-reduced features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latent structure in HR data beyond individual variables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C8E6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Accuracy · Precision · Recall · F1-Score · Confusion Matrix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000" dirty="0"/>
          </a:p>
        </p:txBody>
      </p:sp>
      <p:pic>
        <p:nvPicPr>
          <p:cNvPr id="4" name="Image 0" descr="/sessions/cool-keen-brahmagupta/mnt/OneDrive-SeattlePacificUniversity/!!!SPU Courses/3. Third year - 2022-2023/1. Autunm 22 - 9.22-11.22/!Programming for Data Analytics - Pyton and ML/!Python Project/20221024 HR (IBM) Attrition - Kaggle/5. Insights/figures/Attrition_fre_JobR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4114800" cy="3017520"/>
          </a:xfrm>
          <a:prstGeom prst="rect">
            <a:avLst/>
          </a:prstGeom>
        </p:spPr>
      </p:pic>
      <p:pic>
        <p:nvPicPr>
          <p:cNvPr id="5" name="Image 1" descr="/sessions/cool-keen-brahmagupta/mnt/OneDrive-SeattlePacificUniversity/!!!SPU Courses/3. Third year - 2022-2023/1. Autunm 22 - 9.22-11.22/!Programming for Data Analytics - Pyton and ML/!Python Project/20221024 HR (IBM) Attrition - Kaggle/5. Insights/figures/MaritalStatus_vs_Attrition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895344"/>
            <a:ext cx="4114800" cy="104241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63440" y="82296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663440" y="82296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800600" y="8595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230368" y="859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the top predictor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800600" y="11338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work overtime are far more likely to leave. This is both the strongest EDA signal and a key feature importance variable.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63440" y="1847088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63440" y="1847088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800600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230368" y="18836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matters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00600" y="215798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SMOTE/ADASYN, models default to predicting 'No Attrition' — achieving 84% accuracy while being practically useless for HR.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63440" y="2871216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663440" y="2871216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800600" y="29077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230368" y="29077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are interpretable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00600" y="31821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rules can be directly shared with HR business partners — explaining why an employee is flagged at risk without a black box.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663440" y="3895344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63440" y="3895344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00600" y="39319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230368" y="39319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confirms latent structure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00600" y="42062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components captures the majority of variance, suggesting core underlying dimensions (tenure/loyalty, engagement, compensation) drive behavior.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20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Context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attrition risk is one of the most impactful use cases in People Analytics — enabling organizations to intervene before high-value employees leave, reducing turnover costs and protecting institutional knowledge.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8046720" cy="36576"/>
          </a:xfrm>
          <a:prstGeom prst="rect">
            <a:avLst/>
          </a:prstGeom>
          <a:solidFill>
            <a:srgbClr val="2A40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Author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Ph.D., Industrial-Organizational Psychology — Seattle Pacific University (2026)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43784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Systems Analyst, People Analytics — Intuit (2023–2024)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72968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Recruiting Analyst — Microsoft (2020–2023)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02152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Inclusive Leadership, Impostor Phenomenon, Career Development · N=215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31336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Publication: Campus Racial Climate &amp; Psychological Wellbeing · Springer (2023)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Python (sklearn, pandas), R (lavaan), SPSS, SQL, Power BI, Tableau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github.com/skabone  ·  linkedin.com/in/mmisgano  ·  mmisgano@gmail.com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814</Words>
  <Application>Microsoft Macintosh PowerPoint</Application>
  <PresentationFormat>On-screen Show (16:9)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Employee Attrition Analysis</dc:title>
  <dc:subject>PptxGenJS Presentation</dc:subject>
  <dc:creator>Mintay Misgano</dc:creator>
  <cp:lastModifiedBy>Misgano, Mintay</cp:lastModifiedBy>
  <cp:revision>2</cp:revision>
  <dcterms:created xsi:type="dcterms:W3CDTF">2026-04-04T03:27:43Z</dcterms:created>
  <dcterms:modified xsi:type="dcterms:W3CDTF">2026-04-04T03:31:45Z</dcterms:modified>
</cp:coreProperties>
</file>